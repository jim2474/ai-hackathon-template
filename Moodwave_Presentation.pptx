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Moodwave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88CCFF"/>
                </a:solidFill>
              </a:rPr>
              <a:t>Your personal AI DJ for every mood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FFFFFF"/>
                </a:solidFill>
              </a:rPr>
              <a:t>Moodwave 不问你想听什么歌，它问你现在是什么状态。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8CC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痛点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CCCCCC"/>
                </a:solidFill>
              </a:rPr>
              <a:t>🎶 歌单很多，但不知道现在该听什么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CCCCCC"/>
                </a:solidFill>
              </a:rPr>
              <a:t>🤖 推荐系统懂歌曲，却不懂用户此刻的状态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CCCCCC"/>
                </a:solidFill>
              </a:rPr>
              <a:t>⏰ 学习、焦虑、睡前、运动需要不同的声音节奏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54880" y="457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方案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CCFF"/>
                </a:solidFill>
              </a:rPr>
              <a:t>用户输入状态 → AI 理解情绪和目标 → 匹配歌单 → 生成私人 DJ 台词 → 播放音乐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8CC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核心功能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CCCCCC"/>
                </a:solidFill>
              </a:rPr>
              <a:t>✨ 会说话的私人 DJ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CCCCCC"/>
                </a:solidFill>
              </a:rPr>
              <a:t>🎵 本地 Apple Music 歌单匹配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CCCCCC"/>
                </a:solidFill>
              </a:rPr>
              <a:t>🎭 根据状态切换模式（focus/calm/sleep/energy/nature）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CCCCCC"/>
                </a:solidFill>
              </a:rPr>
              <a:t>🔊 本地音源播放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754880" y="1280160"/>
            <a:ext cx="3657600" cy="2011680"/>
          </a:xfrm>
          <a:prstGeom prst="roundRect">
            <a:avLst/>
          </a:prstGeom>
          <a:solidFill>
            <a:srgbClr val="2D2D42"/>
          </a:solidFill>
          <a:ln w="12700">
            <a:solidFill>
              <a:srgbClr val="88C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CCFF"/>
                </a:solidFill>
              </a:rPr>
              <a:t>输入示例：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937760" y="19202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</a:rPr>
              <a:t>我现在很困，但还要学习 2 小时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8CC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技术架构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CCCCC"/>
                </a:solidFill>
              </a:rPr>
              <a:t>React + Vite 前端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CCCCC"/>
                </a:solidFill>
              </a:rPr>
              <a:t>MiniMax AgentPlan API 生成 DJ Plan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CCCCC"/>
                </a:solidFill>
              </a:rPr>
              <a:t>Browser SpeechSynthesis 语音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CCCCC"/>
                </a:solidFill>
              </a:rPr>
              <a:t>localAudioLibrary 本地歌单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CCCCC"/>
                </a:solidFill>
              </a:rPr>
              <a:t>HTMLAudioElement 播放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54880" y="457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未来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CCCCC"/>
                </a:solidFill>
              </a:rPr>
              <a:t>接入 Apple Music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CCCCC"/>
                </a:solidFill>
              </a:rPr>
              <a:t>Fish Audio 真人声音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CCCCC"/>
                </a:solidFill>
              </a:rPr>
              <a:t>学习用户偏好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CCCCC"/>
                </a:solidFill>
              </a:rPr>
              <a:t>私人电台节目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8CCFF"/>
                </a:solidFill>
              </a:rPr>
              <a:t>Moodwave — 让音乐懂你的每一刻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8CC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Moodwave - AI Music DJ</dc:title>
  <dc:subject>PptxGenJS Presentation</dc:subject>
  <dc:creator>Moodwave Team</dc:creator>
  <cp:lastModifiedBy>Moodwave Team</cp:lastModifiedBy>
  <cp:revision>1</cp:revision>
  <dcterms:created xsi:type="dcterms:W3CDTF">2026-04-26T07:48:55Z</dcterms:created>
  <dcterms:modified xsi:type="dcterms:W3CDTF">2026-04-26T07:48:55Z</dcterms:modified>
</cp:coreProperties>
</file>